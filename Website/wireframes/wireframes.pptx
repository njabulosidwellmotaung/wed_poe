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55555"/>
                </a:solidFill>
              </a:rPr>
              <a:t>WIREFRAME ·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868680"/>
            <a:ext cx="7772400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59152" y="1033272"/>
            <a:ext cx="7443216" cy="36576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Navigator (Logo + Home / About / Projects / Get a Quote)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9152" y="1527048"/>
            <a:ext cx="7443216" cy="118872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333333"/>
                </a:solidFill>
              </a:rPr>
              <a:t>Carousel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843784"/>
            <a:ext cx="7443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SLIDE SHOW OF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3044952"/>
            <a:ext cx="1792224" cy="5486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42816" y="3044952"/>
            <a:ext cx="1792224" cy="5486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3044952"/>
            <a:ext cx="1792224" cy="5486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10144" y="3044952"/>
            <a:ext cx="1792224" cy="5486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59152" y="3721608"/>
            <a:ext cx="7443216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333333"/>
                </a:solidFill>
              </a:rPr>
              <a:t>About the </a:t>
            </a:r>
            <a:r>
              <a:rPr sz="1300" b="0" dirty="0" smtClean="0">
                <a:solidFill>
                  <a:srgbClr val="333333"/>
                </a:solidFill>
              </a:rPr>
              <a:t>business</a:t>
            </a:r>
            <a:endParaRPr sz="1300" b="0" dirty="0">
              <a:solidFill>
                <a:srgbClr val="33333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9152" y="4306824"/>
            <a:ext cx="7443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WHAT WE DO —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4507992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Electrical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4507992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Roofing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507992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Painting &amp;
waterproofing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4507992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Tiling &amp;
bathrooms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5001768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Paving &amp;
landscaping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5001768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Line marking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5001768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Renovations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5001768"/>
            <a:ext cx="1792224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Demolitions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9152" y="5495544"/>
            <a:ext cx="7443216" cy="3200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Call to action — request a quote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9152" y="5943600"/>
            <a:ext cx="7443216" cy="32004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Footer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55555"/>
                </a:solidFill>
              </a:rPr>
              <a:t>WIREFRAME ·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868680"/>
            <a:ext cx="7772400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59152" y="1033272"/>
            <a:ext cx="7443216" cy="45720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Navigator (Logo + Home / About / Projects / Get a Quote)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9152" y="1655064"/>
            <a:ext cx="7443216" cy="5486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333333"/>
                </a:solidFill>
              </a:rPr>
              <a:t>Page </a:t>
            </a:r>
            <a:r>
              <a:rPr sz="1300" b="0" dirty="0" smtClean="0">
                <a:solidFill>
                  <a:srgbClr val="333333"/>
                </a:solidFill>
              </a:rPr>
              <a:t>banner</a:t>
            </a:r>
            <a:endParaRPr sz="1300" b="0" dirty="0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59152" y="2295144"/>
            <a:ext cx="7443216" cy="10972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Site / team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3520440"/>
            <a:ext cx="7443216" cy="8229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Text about the business — company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4471416"/>
            <a:ext cx="7443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WHY WORK WITH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4745736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Fully-certified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0704" y="4745736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One point of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2256" y="4745736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Since 2015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5513832"/>
            <a:ext cx="7443216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Call to action — get a quote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6099048"/>
            <a:ext cx="7443216" cy="45720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Footer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55555"/>
                </a:solidFill>
              </a:rPr>
              <a:t>WIREFRAME ·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868680"/>
            <a:ext cx="7772400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59152" y="1033272"/>
            <a:ext cx="7443216" cy="36576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Navigator (Logo + Home / About / Projects / Get a Quote)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9152" y="1527048"/>
            <a:ext cx="7443216" cy="50292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Page banner — "Recent Projects"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157984"/>
            <a:ext cx="119295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dirty="0">
                <a:solidFill>
                  <a:srgbClr val="555555"/>
                </a:solidFill>
              </a:rPr>
              <a:t>PHOTO </a:t>
            </a:r>
            <a:r>
              <a:rPr sz="1100" b="1" dirty="0" smtClean="0">
                <a:solidFill>
                  <a:srgbClr val="555555"/>
                </a:solidFill>
              </a:rPr>
              <a:t>GALLERY</a:t>
            </a:r>
            <a:endParaRPr sz="1100" b="1" dirty="0">
              <a:solidFill>
                <a:srgbClr val="555555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59152" y="2377440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70704" y="2377440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82256" y="2377440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59152" y="3145536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70704" y="3145536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82256" y="3145536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59152" y="3913632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70704" y="3913632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82256" y="3913632"/>
            <a:ext cx="2420112" cy="6400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59152" y="4681728"/>
            <a:ext cx="7443216" cy="292608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… continues for every uploaded photo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5102352"/>
            <a:ext cx="7443216" cy="3200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Call to action — get a quote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5550408"/>
            <a:ext cx="7443216" cy="32004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Footer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Get a Quote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55555"/>
                </a:solidFill>
              </a:rPr>
              <a:t>WIREFRAME · GET A QUOTE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868680"/>
            <a:ext cx="7772400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59152" y="1033272"/>
            <a:ext cx="7443216" cy="45720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Navigator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9152" y="1618488"/>
            <a:ext cx="7443216" cy="5486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333333"/>
                </a:solidFill>
              </a:rPr>
              <a:t>Page </a:t>
            </a:r>
            <a:r>
              <a:rPr sz="1300" b="0" dirty="0" smtClean="0">
                <a:solidFill>
                  <a:srgbClr val="333333"/>
                </a:solidFill>
              </a:rPr>
              <a:t>banner</a:t>
            </a:r>
            <a:endParaRPr sz="1300" b="0" dirty="0">
              <a:solidFill>
                <a:srgbClr val="33333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9152" y="2295144"/>
            <a:ext cx="7443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QUOTE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2551176"/>
            <a:ext cx="3675888" cy="4114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Name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551176"/>
            <a:ext cx="3675888" cy="4114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Phone 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3090672"/>
            <a:ext cx="7443216" cy="4114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Suburb / area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3630168"/>
            <a:ext cx="7443216" cy="41148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Service needed — dropdown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4169664"/>
            <a:ext cx="7443216" cy="54864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Job details — textarea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4846320"/>
            <a:ext cx="7443216" cy="384048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Send via WhatsApp — button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5358384"/>
            <a:ext cx="7443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CONTACT INFO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5596128"/>
            <a:ext cx="2420112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Phone / WhatsApp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0704" y="5596128"/>
            <a:ext cx="2420112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Email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2256" y="5596128"/>
            <a:ext cx="2420112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Coverage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6181344"/>
            <a:ext cx="7443216" cy="41148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Gallery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55555"/>
                </a:solidFill>
              </a:rPr>
              <a:t>WIREFRAME · ADMIN — OWNER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868680"/>
            <a:ext cx="7772400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59152" y="1033272"/>
            <a:ext cx="7443216" cy="36576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Navigator (logo only, no public nav links)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9152" y="1527048"/>
            <a:ext cx="7443216" cy="50292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333333"/>
                </a:solidFill>
              </a:rPr>
              <a:t>Page </a:t>
            </a:r>
            <a:r>
              <a:rPr sz="1300" b="0" dirty="0" smtClean="0">
                <a:solidFill>
                  <a:srgbClr val="333333"/>
                </a:solidFill>
              </a:rPr>
              <a:t>banner</a:t>
            </a:r>
            <a:endParaRPr sz="1300" b="0" dirty="0">
              <a:solidFill>
                <a:srgbClr val="33333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9152" y="2157984"/>
            <a:ext cx="7443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ADD A GALLERY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2395728"/>
            <a:ext cx="7443216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Photo file — upload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9152" y="2889504"/>
            <a:ext cx="7443216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Photo title 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3383280"/>
            <a:ext cx="7443216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Caption / description — textarea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3968496"/>
            <a:ext cx="7443216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Category tag — dropdown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4462272"/>
            <a:ext cx="7443216" cy="36576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Add to gallery — button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4956048"/>
            <a:ext cx="7443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REFERENCE INFO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5175504"/>
            <a:ext cx="3675888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Naming convention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175504"/>
            <a:ext cx="3675888" cy="457200"/>
          </a:xfrm>
          <a:prstGeom prst="rect">
            <a:avLst/>
          </a:prstGeom>
          <a:solidFill>
            <a:srgbClr val="E4E4E4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333333"/>
                </a:solidFill>
              </a:rPr>
              <a:t>Where it appears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9152" y="5760720"/>
            <a:ext cx="7443216" cy="365760"/>
          </a:xfrm>
          <a:prstGeom prst="rect">
            <a:avLst/>
          </a:prstGeom>
          <a:solidFill>
            <a:srgbClr val="CECECE"/>
          </a:solidFill>
          <a:ln w="1587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Footer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247</Words>
  <Application>Microsoft Office PowerPoint</Application>
  <PresentationFormat>Widescreen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Njabulo</cp:lastModifiedBy>
  <cp:revision>2</cp:revision>
  <dcterms:created xsi:type="dcterms:W3CDTF">2013-01-27T09:14:16Z</dcterms:created>
  <dcterms:modified xsi:type="dcterms:W3CDTF">2026-08-19T22:11:03Z</dcterms:modified>
  <cp:category/>
</cp:coreProperties>
</file>